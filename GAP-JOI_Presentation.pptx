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JOILang: Reliable NL-to-DSL Generation</a:t>
            </a:r>
          </a:p>
          <a:p>
            <a:r>
              <a:t>for Service-Level IoT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Prompt Artifact Evolution 파이프라인 (GAP-JOI) 도입 및 분석 보고</a:t>
            </a:r>
          </a:p>
          <a:p/>
          <a:p>
            <a:r>
              <a:t>발표자: 정민기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메시지 (연구 목표 재정의)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Prompt는 단일 문자열이 아닌 '소프트웨어 아티팩트(Artifact)'</a:t>
            </a:r>
          </a:p>
          <a:p>
            <a:pPr lvl="1"/>
            <a:r>
              <a:t>목적: Local LLM 성능의 단순 비교가 아닌, Cloud 기반 프롬프트를 Local 모델별로 어떻게 적응(Adaptation)시킬 것인가.</a:t>
            </a:r>
          </a:p>
          <a:p>
            <a:pPr lvl="1"/>
            <a:r>
              <a:t>접근: JOILang 생성 프롬프트를 여러 기능 블록(Block)으로 구성된 아티팩트로 취급.</a:t>
            </a:r>
          </a:p>
          <a:p>
            <a:pPr lvl="1"/>
            <a:r>
              <a:t>핵심 과제: 무작정 DETPass만 높이는 것이 아니라, 어떤 실패가 어떤 프롬프트 블록의 문제인지 진단하고 이를 다음 세대의 변이(Mutation) 규칙으로 연결하는 Closed-loop 구축.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파이프라인 오버뷰 (GAP-JOI)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Multi-Generation GA Optimization &amp; Per-Generation Refinement</a:t>
            </a:r>
          </a:p>
          <a:p>
            <a:pPr lvl="1"/>
            <a:r>
              <a:t>1. Multi-Generation GA Optimization Loop</a:t>
            </a:r>
            <a:br/>
            <a:r>
              <a:t>   - 여러 세대의 프롬프트 후보 집합 풀(Pool) 운영 및 블록 교차/변이</a:t>
            </a:r>
          </a:p>
          <a:p>
            <a:pPr lvl="1"/>
            <a:r>
              <a:t>2. Inference &amp; Evaluation</a:t>
            </a:r>
            <a:br/>
            <a:r>
              <a:t>   - Target LLM 추론 및 Strict DET Evaluator를 통한 적합성 평가</a:t>
            </a:r>
          </a:p>
          <a:p>
            <a:pPr lvl="1"/>
            <a:r>
              <a:t>3. Within-Generation Refinement</a:t>
            </a:r>
            <a:br/>
            <a:r>
              <a:t>   - DET 평가 결과를 바탕으로 Advisor 모델이 구체적 패치 제안</a:t>
            </a:r>
          </a:p>
          <a:p>
            <a:pPr lvl="2">
              <a:defRPr i="1"/>
            </a:pPr>
            <a:r>
              <a:t>※ 발표 시 Mermaid 다이어그램 이미지 삽입 영역 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GA Search 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조합 최적화 (Combinatorial Optimization) 문제의 특성</a:t>
            </a:r>
          </a:p>
          <a:p>
            <a:pPr lvl="1"/>
            <a:r>
              <a:t>1. Prompt는 조합 구조다</a:t>
            </a:r>
            <a:br/>
            <a:r>
              <a:t>   - Role, Grammar, Schema, Temporal 규칙, Examples 등 기능 블록의 결합</a:t>
            </a:r>
          </a:p>
          <a:p>
            <a:pPr lvl="1"/>
            <a:r>
              <a:t>2. 방대한 Search Space</a:t>
            </a:r>
            <a:br/>
            <a:r>
              <a:t>   - 블록 On/Off, 순서, 미세 규칙, 예제 수 등 조합의 수가 기하급수적임</a:t>
            </a:r>
          </a:p>
          <a:p>
            <a:pPr lvl="1"/>
            <a:r>
              <a:t>3. Gradient 부재 (Non-differentiable)</a:t>
            </a:r>
            <a:br/>
            <a:r>
              <a:t>   - Local LLM 내부 gradient 접근 불가</a:t>
            </a:r>
            <a:br/>
            <a:r>
              <a:t>   - 실제 실행 후 DET 평가를 거쳐야만 품질 판단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Block 단위 최적화인가?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원인 추적성(Traceability)과 정밀한 변이(Targeted Mutation)</a:t>
            </a:r>
          </a:p>
          <a:p>
            <a:pPr lvl="1"/>
            <a:r>
              <a:t>전체 Prompt 통째 수정의 한계</a:t>
            </a:r>
            <a:br/>
            <a:r>
              <a:t>   - 무엇 때문에 성능이 등락했는지(Regression) 원인 파악 불가</a:t>
            </a:r>
          </a:p>
          <a:p>
            <a:pPr lvl="1"/>
            <a:r>
              <a:t>Block 단위 최적화의 강점</a:t>
            </a:r>
            <a:br/>
            <a:r>
              <a:t>   - 실패 원인을 직접 특정 블록의 Mutation으로 연결 가능</a:t>
            </a:r>
          </a:p>
          <a:p>
            <a:pPr lvl="2"/>
            <a:r>
              <a:t>예: unknown_service 발생 → Service_Mapping 블록 강화</a:t>
            </a:r>
            <a:br/>
            <a:r>
              <a:t>예: cron_mismatch 발생 → Temporal_Rule 블록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프롬프트 최적화 전략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전체 최적화 vs 카테고리별 분리 vs RAG 방식</a:t>
            </a:r>
          </a:p>
          <a:p>
            <a:pPr lvl="1"/>
            <a:r>
              <a:t>1. 현재 실험: 전체 Prompt 최적화 (Baseline 구축)</a:t>
            </a:r>
            <a:br/>
            <a:r>
              <a:t>   - 모든 명령에 공통 적용되는 기준선 확보</a:t>
            </a:r>
          </a:p>
          <a:p>
            <a:pPr lvl="1"/>
            <a:r>
              <a:t>2. 다음 실험: 카테고리별 GA Search (Pre-optimization)</a:t>
            </a:r>
            <a:br/>
            <a:r>
              <a:t>   - Basic, Temporal 등 명령어 특성에 맞는 Rule만 탑재하여 토큰 최적화</a:t>
            </a:r>
          </a:p>
          <a:p>
            <a:pPr lvl="1"/>
            <a:r>
              <a:t>3. 최종 목표: RAG 방식 Block Selection (Post-optimization)</a:t>
            </a:r>
            <a:br/>
            <a:r>
              <a:t>   - 런타임 시 명령어에 필요한 블록만 동적으로 구성하여 효율 극대화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Agent vs 카테고리별 GA 탐색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하이브리드 구조 (Hybrid Approach) 제안</a:t>
            </a:r>
          </a:p>
          <a:p>
            <a:pPr lvl="1"/>
            <a:r>
              <a:t>LLM Agent</a:t>
            </a:r>
            <a:br/>
            <a:r>
              <a:t>   - 유연하고 빠르지만, 재현성 부족 및 과도한 패치(Broad rule) 위험</a:t>
            </a:r>
          </a:p>
          <a:p>
            <a:pPr lvl="1"/>
            <a:r>
              <a:t>Category GA Search</a:t>
            </a:r>
            <a:br/>
            <a:r>
              <a:t>   - 재현성 확보 및 체계적 실험 가능, 단 탐색 비용이 큼</a:t>
            </a:r>
          </a:p>
          <a:p>
            <a:pPr lvl="1"/>
            <a:r>
              <a:t>결론 (하이브리드)</a:t>
            </a:r>
            <a:br/>
            <a:r>
              <a:t>   - Agent는 Patch Proposer(Advisor)로 활용</a:t>
            </a:r>
            <a:br/>
            <a:r>
              <a:t>   - 최종 수용 여부는 DET + GA Fitness + Regression Guard가 Verifier로서 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현재 진행 사항 (Advisor / Repair 파이프라인)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단순 '실패'에서 '행동 가능한 진단(Actionable Diagnostic)'으로</a:t>
            </a:r>
          </a:p>
          <a:p>
            <a:pPr lvl="1"/>
            <a:r>
              <a:t>기존의 한계</a:t>
            </a:r>
            <a:br/>
            <a:r>
              <a:t>   - unknown_service, gt_mismatch 등 뭉뚱그려진 라벨 중심</a:t>
            </a:r>
          </a:p>
          <a:p>
            <a:pPr lvl="1"/>
            <a:r>
              <a:t>핵심 개선</a:t>
            </a:r>
            <a:br/>
            <a:r>
              <a:t>   - Qwen 7B 로컬 모델 280개 전체 Test 데이터 Full DET 실행 완료</a:t>
            </a:r>
          </a:p>
          <a:p>
            <a:pPr lvl="1"/>
            <a:r>
              <a:t>결과</a:t>
            </a:r>
            <a:br/>
            <a:r>
              <a:t>   - 실패 row 하나하나를 구체적인 불일치(mismatch)로 분해하여 Advisor에게 전달하는 Closed-loop 완성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Failure Mapping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Unknown Service Grounding</a:t>
            </a:r>
          </a:p>
          <a:p>
            <a:pPr lvl="1"/>
            <a:r>
              <a:t>문제: 로컬 모델이 존재하지 않는 camelCase 서비스명 환각.</a:t>
            </a:r>
            <a:br/>
            <a:r>
              <a:t>Advisor Rule: 이름 창조 금지. 스키마에 정의된 식별자를 정확히 복사하라.</a:t>
            </a:r>
          </a:p>
          <a:p>
            <a:pPr/>
            <a:r>
              <a:t>2. GT Receiver Coverage</a:t>
            </a:r>
          </a:p>
          <a:p>
            <a:pPr lvl="1"/>
            <a:r>
              <a:t>문제: 서비스는 맞아도 제어 기기가 틀림 (오븐 vs 식기세척기).</a:t>
            </a:r>
            <a:br/>
            <a:r>
              <a:t>Advisor Rule: 서비스 선택 전 Command target 태그를 최우선 보존하라.</a:t>
            </a:r>
          </a:p>
          <a:p>
            <a:pPr/>
            <a:r>
              <a:t>3. Temporal Mismatch (Cron vs Period)</a:t>
            </a:r>
          </a:p>
          <a:p>
            <a:pPr lvl="1"/>
            <a:r>
              <a:t>문제: 시간 조건 문맥 파악 실패.</a:t>
            </a:r>
            <a:br/>
            <a:r>
              <a:t>Advisor Rule: 반복 모니터링 명시가 없으면 one-shot period 규칙 유지.</a:t>
            </a:r>
          </a:p>
          <a:p>
            <a:pPr/>
            <a:r>
              <a:t>4. Invalid JSON / Missing Required Key</a:t>
            </a:r>
          </a:p>
          <a:p>
            <a:pPr lvl="1"/>
            <a:r>
              <a:t>문제: Markdown 펜스, 산문 포함, 필수 키 누락.</a:t>
            </a:r>
            <a:br/>
            <a:r>
              <a:t>Advisor Rule: Bare JSON만 출력할 것. Name, cron, period, code 필수 포함.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Failure Mapping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Numeric &amp; Enum Grounding</a:t>
            </a:r>
          </a:p>
          <a:p>
            <a:pPr lvl="1"/>
            <a:r>
              <a:t>문제: 300초, 30도 등의 숫자나 allowed value 오기입.</a:t>
            </a:r>
            <a:br/>
            <a:r>
              <a:t>Advisor Rule: 숫자 인자 보존 및 스키마 기반 Enum 복사.</a:t>
            </a:r>
          </a:p>
          <a:p>
            <a:pPr/>
            <a:r>
              <a:t>6. Output Collapse (Row Independence)</a:t>
            </a:r>
          </a:p>
          <a:p>
            <a:pPr lvl="1"/>
            <a:r>
              <a:t>문제: 모델이 현재 명령을 무시하고 이전 row 코드를 반복 출력.</a:t>
            </a:r>
            <a:br/>
            <a:r>
              <a:t>Advisor Rule: Row independence 강화. 캐시 점검 및 현재 명령 집중 규칙 추가.</a:t>
            </a:r>
          </a:p>
          <a:p>
            <a:pPr/>
            <a:r>
              <a:t>7. GT Mismatch Umbrella &amp; Fallback</a:t>
            </a:r>
          </a:p>
          <a:p>
            <a:pPr lvl="1"/>
            <a:r>
              <a:t>문제: 매핑 안 된 예외 시그널 발생 시 파이프라인 정지 위험.</a:t>
            </a:r>
            <a:br/>
            <a:r>
              <a:t>Advisor Rule: 알 수 없는 에러는 DET_Helper 블록으로 Fallback 처리하여 방어.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내일 작업 권장 순서 및 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실제 검증 및 RAG-Repair 연계</a:t>
            </a:r>
          </a:p>
          <a:p>
            <a:pPr lvl="1"/>
            <a:r>
              <a:t>1. Full 7B Run 완료 모니터링 및 advisor_rich_feedback.json 생성</a:t>
            </a:r>
          </a:p>
          <a:p>
            <a:pPr lvl="1"/>
            <a:r>
              <a:t>2. Severity 상위 Row 집중 분석 (Concrete diagnostics 검토)</a:t>
            </a:r>
          </a:p>
          <a:p>
            <a:pPr lvl="1"/>
            <a:r>
              <a:t>3. Patch 적용 후 Failed Row만 Rerun (Repair 검증)</a:t>
            </a:r>
          </a:p>
          <a:p>
            <a:pPr lvl="1"/>
            <a:r>
              <a:t>4. Before/After 평가: DETPass 상승, Failure reason 감소 확인</a:t>
            </a:r>
          </a:p>
          <a:p>
            <a:pPr lvl="1"/>
            <a:r>
              <a:t>5. 다음 스텝: 이 Repair 결과 데이터를 기반으로 Category별 Prompt 분리 및 RAG 기반 Block Routing 실험으로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현재 성과</a:t>
            </a:r>
          </a:p>
          <a:p>
            <a:pPr lvl="1"/>
            <a:r>
              <a:t>Local LLM별 전체 프롬프트 아티팩트를 GA로 최적화하는 견고한 Baseline 구축</a:t>
            </a:r>
          </a:p>
          <a:p>
            <a:pPr/>
            <a:r>
              <a:t>다음 단계</a:t>
            </a:r>
          </a:p>
          <a:p>
            <a:pPr lvl="1"/>
            <a:r>
              <a:t>실패 원인을 Row-level 진단으로 분해하여 블록 변이로 연결하는 Repair 파이프라인 가동</a:t>
            </a:r>
          </a:p>
          <a:p>
            <a:pPr/>
            <a:r>
              <a:t>최종 목표</a:t>
            </a:r>
          </a:p>
          <a:p>
            <a:pPr lvl="1"/>
            <a:r>
              <a:t>LLM Agent가 자율적으로 훼손하는 구조가 아닌, Advisor가 제안하고 DET/GA/Regression Guard가 검증하는 통제된 진화 구조 완성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